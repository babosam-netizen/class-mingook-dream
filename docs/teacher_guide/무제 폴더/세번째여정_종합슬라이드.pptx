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민국이의 꿈 · 교사 종합 자료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번째 여정 — 국정 포털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입법부 · 행정부 · 사법부  |  10~18차시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🏛️ 입법 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법을 만든다     </a:t>
            </a:r>
            <a:pPr indent="0" marL="0">
              <a:buNone/>
            </a:pPr>
            <a:r>
              <a:rPr lang="en-US" sz="1600" b="1" dirty="0">
                <a:solidFill>
                  <a:srgbClr val="67E8F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🏢 행정 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법을 집행한다     </a:t>
            </a:r>
            <a:pPr indent="0" marL="0">
              <a:buNone/>
            </a:pPr>
            <a:r>
              <a:rPr lang="en-US" sz="1600" b="1" dirty="0">
                <a:solidFill>
                  <a:srgbClr val="FDA4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⚖️ 사법 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법을 적용한다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과제, 삼권의 이어달리기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반이 정한 최우선 과제를 한 주제로, 입법→행정→사법이 차례로 이어집니다.</a:t>
            </a:r>
            <a:endParaRPr lang="en-US" sz="1400" dirty="0"/>
          </a:p>
        </p:txBody>
      </p:sp>
      <p:pic>
        <p:nvPicPr>
          <p:cNvPr id="5" name="Image 0" descr="/Volumes/web/class_democra/docs/phase3_guide_assets/infographics/01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1106424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민국이의 꿈 · 세 번째 여정 · 국정 포털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세 활동은 이렇게 이어집니다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입법부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법안의 의무·벌칙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반이 가결한 법이 무엇을 금지/의무화하는지 정함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05072" y="26517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ECFE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행정부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시행령의 처분·상벌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의무를 어떻게 집행·처분할지 구체화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99832" y="26517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FF1F2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사법부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66760" y="2468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재판 사건 = 의무 위반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31089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바로 그 의무를 어긴 사건을 재판으로 다룸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006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재판의 핵심 쟁점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= “우리 반이 만든 법의 의무를 정말 어겼는가?”  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판결 → 여론조사·기사로 시민에게 돌아가며 네 번째 여정으로 이어집니다.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민국이의 꿈 · 세 번째 여정 · 국정 포털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🏛️ 입법부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법을 만든다  ·  10~12차시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6733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준비 — 자료 수집·쟁점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2240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법안 발의 (4조항)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8072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토의 및 평가(별점·추천)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33741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상정 토론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394106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표결 (과반 가결)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45079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 → 기사·여론조사</a:t>
            </a:r>
            <a:endParaRPr lang="en-US" sz="1400" dirty="0"/>
          </a:p>
        </p:txBody>
      </p:sp>
      <p:pic>
        <p:nvPicPr>
          <p:cNvPr id="23" name="Image 0" descr="/Volumes/web/class_democra/docs/phase3_guide_assets/infographics/02_legisla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554480"/>
            <a:ext cx="5486400" cy="45720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민국이의 꿈 · 세 번째 여정 · 국정 포털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🏢 행정부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법을 집행한다  ·  13~15차시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6733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준비 — 부처 역할·자료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2240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정책·예산 초안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8072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예산 초안 검토(전광판)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33741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토의 및 평가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394106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다자간 토론(국무회의)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45079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정책·예산안 최종 수정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09320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093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78992" y="5074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발표 → 기사·여론</a:t>
            </a:r>
            <a:endParaRPr lang="en-US" sz="1400" dirty="0"/>
          </a:p>
        </p:txBody>
      </p:sp>
      <p:pic>
        <p:nvPicPr>
          <p:cNvPr id="26" name="Image 0" descr="/Volumes/web/class_democra/docs/phase3_guide_assets/infographics/03_execu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554480"/>
            <a:ext cx="5486400" cy="4572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민국이의 꿈 · 세 번째 여정 · 국정 포털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⚖️ 사법부 — 두 가지 활동 모드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법·시행령을 위반한 사건을 재판으로. 판결은 학생의 몫(AI는 정답을 주지 않음). · 16~18차시</a:t>
            </a:r>
            <a:endParaRPr lang="en-US" sz="1400" dirty="0"/>
          </a:p>
        </p:txBody>
      </p:sp>
      <p:pic>
        <p:nvPicPr>
          <p:cNvPr id="5" name="Image 0" descr="/Volumes/web/class_democra/docs/phase3_guide_assets/infographics/04_jud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554480"/>
            <a:ext cx="99669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민국이의 꿈 · 세 번째 여정 · 국정 포털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사법부 — 교사가 미리 준비할 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활동 모드 선택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판결중심 / 역할중심 (학급 설정)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9572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395728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사건·재판 대본 만들기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법안·시행령 선택 → AI 생성 → JSON 업로드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3697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236976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배정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모둠별 또는 개인별(진영 선택식)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78224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7822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4078224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연기 3팀 / 6팀 지정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판사·검사·변호 (+증인·배심원·기자)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19472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1947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4919472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단계 권장 시간 확인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사건 자료의 stageGuides</a:t>
            </a:r>
            <a:endParaRPr lang="en-US" sz="1400" dirty="0"/>
          </a:p>
        </p:txBody>
      </p:sp>
      <p:pic>
        <p:nvPicPr>
          <p:cNvPr id="19" name="Image 0" descr="/Volumes/web/class_democra/docs/phase3_guide_assets/screenshots/sabeop_verdict_pre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554480"/>
            <a:ext cx="5486400" cy="42062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21792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▲ 판결중심 준비 단계 빠른 제어 (사건·대본·연기 3팀·체크리스트)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민국이의 꿈 · 세 번째 여정 · 국정 포털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교사 빠른 참조 · 운영 포인트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459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6459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단계 진행
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부 빠른 제어의 이전/다음 단계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6459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⚖️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269480" y="16459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사법 모드
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학급 설정 → 사법부 → 활동 방식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724912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🤖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00200" y="2724912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사건 생성
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빠른 제어 → 사건·대본 만들기(법안 선택)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2724912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2724912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🧑‍⚖️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69480" y="2724912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개인별 배정
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배정 화면 모둠별/개인별 토글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803904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📺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00200" y="3803904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전광판
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표결·예산검토·재판 단계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803904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3803904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69480" y="3803904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여론조사
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상단 여론조사 (사전/사후)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882896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88289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📰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600200" y="4882896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기사 승인
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상단 승인 큐 → 여론판 게시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4882896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488289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👀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69480" y="4882896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학생 미리보기
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교사실 우측 실시간 미리보기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민국이의 꿈 · 세 번째 여정 · 국정 포털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판결은 학생의 몫입니다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A4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재판 → 판결 → 여론조사 → 기사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사법부의 판결과 여론은 네 번째 여정(여론·성찰)의 출발점이 됩니다.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부의 산출물이 어떻게 이어졌는지 학생들과 함께 돌아보세요.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민국이의 꿈 · 교사 종합 자료 · 화면 기준 v1.2.315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2026-05-29T08:04:56Z</dcterms:created>
  <dcterms:modified xsi:type="dcterms:W3CDTF">2026-05-29T08:04:56Z</dcterms:modified>
</cp:coreProperties>
</file>