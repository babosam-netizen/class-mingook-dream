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D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840480"/>
            <a:ext cx="3291840" cy="32918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🏛️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민국이의 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반 민주주의 수업 웹앱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동료 선생님 배포 가이드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4846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포크 → 클라우드플레어 배포 → AI로 발전시키기까지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코딩을 전혀 몰라도 따라 할 수 있는 단계별 안내서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5943600"/>
            <a:ext cx="4114800" cy="502920"/>
          </a:xfrm>
          <a:prstGeom prst="roundRect">
            <a:avLst>
              <a:gd name="adj" fmla="val 49091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943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 mingook-dream.pages.dev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WHERE TO START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가지 방법 중에서 고르세요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28600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🚀</a:t>
            </a:r>
            <a:endParaRPr lang="en-US" sz="2470" dirty="0"/>
          </a:p>
        </p:txBody>
      </p:sp>
      <p:sp>
        <p:nvSpPr>
          <p:cNvPr id="9" name="Shape 7"/>
          <p:cNvSpPr/>
          <p:nvPr/>
        </p:nvSpPr>
        <p:spPr>
          <a:xfrm>
            <a:off x="3017520" y="2395728"/>
            <a:ext cx="914400" cy="411480"/>
          </a:xfrm>
          <a:prstGeom prst="roundRect">
            <a:avLst>
              <a:gd name="adj" fmla="val 48889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395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쉬움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429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A. 바로 체험하기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97280" y="39776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제가 운영하는 데모 주소에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그대로 접속해 수업에 사용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192024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920240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228600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2860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🛠️</a:t>
            </a:r>
            <a:endParaRPr lang="en-US" sz="2470" dirty="0"/>
          </a:p>
        </p:txBody>
      </p:sp>
      <p:sp>
        <p:nvSpPr>
          <p:cNvPr id="17" name="Shape 15"/>
          <p:cNvSpPr/>
          <p:nvPr/>
        </p:nvSpPr>
        <p:spPr>
          <a:xfrm>
            <a:off x="6720840" y="2395728"/>
            <a:ext cx="914400" cy="411480"/>
          </a:xfrm>
          <a:prstGeom prst="roundRect">
            <a:avLst>
              <a:gd name="adj" fmla="val 48889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395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429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B. 내 것으로 만들기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800600" y="39776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포크 + 클라우드플레어 + 파이어베이스로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나만의 독립 사이트 운영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83880" y="192024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3880" y="1920240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228600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22860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✨</a:t>
            </a:r>
            <a:endParaRPr lang="en-US" sz="2470" dirty="0"/>
          </a:p>
        </p:txBody>
      </p:sp>
      <p:sp>
        <p:nvSpPr>
          <p:cNvPr id="25" name="Shape 23"/>
          <p:cNvSpPr/>
          <p:nvPr/>
        </p:nvSpPr>
        <p:spPr>
          <a:xfrm>
            <a:off x="10424160" y="2395728"/>
            <a:ext cx="91440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10424160" y="2395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3429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C. 직접 발전시키기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503920" y="39776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컴퓨터에서 AI 코딩 도구로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기능을 고치고 새로 추가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안내서는 A → B → C 순서로, 누구나 따라 할 수 있게 설명합니다.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BIG PICTURE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가지 서비스가 협력합니다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30175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5146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🐙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9456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 보관 창고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194560"/>
            <a:ext cx="30175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25146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8932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Cloudflare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9204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웹사이트로 띄워주는 곳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66760" y="2194560"/>
            <a:ext cx="30175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0" y="25146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78408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B7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Firebase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학생 데이터 저장소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27432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7280"/>
                </a:solidFill>
              </a:rPr>
              <a:t>→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726680" y="27432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7280"/>
                </a:solidFill>
              </a:rPr>
              <a:t>→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777240" y="4937760"/>
            <a:ext cx="1060704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074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흐름 한눈에 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컴퓨터에서 코드를 고쳐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 올리면,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Cloudflare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 자동으로 사이트를 새로 만들고,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학생들이 접속하면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Firebase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 활동 내용이 실시간으로 저장됩니다.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CHECKLIST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 전 준비물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2402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5F7F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📧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965960" y="2167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구글 계정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965960" y="25877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Firebase 가입에 사용 (지메일이면 OK)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2402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5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🐙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452360" y="2167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계정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52360" y="25877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github.com 에서 무료 가입 (구글 로그인 가능)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38328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36576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657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☁️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65960" y="3584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Cloudflare 계정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965960" y="4005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dash.cloudflare.com 에서 무료 가입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38328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36576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5F7FC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657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💻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452360" y="3584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컴퓨터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52360" y="4005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맥 또는 윈도우. 인터넷만 되면 충분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480060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1560" y="50749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5F7FC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5074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🕐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965960" y="50017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 30분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965960" y="54223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처음 한 번만 설정하면 이후엔 자동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480060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37960" y="50749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5F7FC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5074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💳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7452360" y="50017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카드 불필요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452360" y="54223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무료 플랜으로 진행 (등록 안 함)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A · 가장 쉬운 시작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라이브 데모로 먼저 체험하기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65836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240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주소창에 데모 주소 입력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6060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mingook-dream.pages.dev 로 접속합니다.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3154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교사 버튼 → 비밀번호 입력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520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교사 체험 암호 demos123 을 입력합니다.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1148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4069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 방 만들기 → 반 코드 확인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4434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6자리 반 코드가 만들어집니다.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5029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4983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학생에게 반 코드 안내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5349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학생은 코드 + 번호 + 이름으로 입장합니다.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80960" y="192024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2194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68680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이런 분께 추천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955280" y="30175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설치 없이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6B7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당장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수업에 써보고 싶을 때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코딩·배포가 부담스러운 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우선 학생 반응부터 보고 싶은 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55280" y="534924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데이터는 제 서버에 저장됩니다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B · 내 것으로 만들기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나만의 독립 사이트 만들기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6517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2D3A7A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29260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05840" y="2971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023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포크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45262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코드를 내 계정으로 복사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26517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2D3A7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29260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794760" y="2971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94760" y="4023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Firebase 만들기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794760" y="45262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나만의 데이터 저장소 준비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26517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2D3A7A"/>
          </a:solidFill>
          <a:ln/>
        </p:spPr>
      </p:sp>
      <p:sp>
        <p:nvSpPr>
          <p:cNvPr id="20" name="Shape 18"/>
          <p:cNvSpPr/>
          <p:nvPr/>
        </p:nvSpPr>
        <p:spPr>
          <a:xfrm>
            <a:off x="7178040" y="29260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583680" y="2971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4023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Cloudflare 연결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83680" y="45262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사이트로 자동 배포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0" y="26517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2D3A7A"/>
          </a:solidFill>
          <a:ln/>
        </p:spPr>
      </p:sp>
      <p:sp>
        <p:nvSpPr>
          <p:cNvPr id="27" name="Shape 25"/>
          <p:cNvSpPr/>
          <p:nvPr/>
        </p:nvSpPr>
        <p:spPr>
          <a:xfrm>
            <a:off x="9966960" y="29260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96696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372600" y="2971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93726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72600" y="4023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보안 규칙 설정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372600" y="45262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반 데이터 보호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단계만 거치면, 다른 선생님과 완전히 분리된 나만의 사이트가 생깁니다.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B-1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GitHub에서 포크하기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65836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240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github.com 에 로그인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6060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계정이 없으면 무료 가입 (구글 로그인 가능).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3154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 저장소 주소로 이동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520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안내받은 mingook-dream 저장소를 엽니다.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4069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우측 상단 [Fork] 클릭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4434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계정으로 코드 전체가 복사됩니다.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5029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4983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[Create fork] 확인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5349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잠시 뒤 내 계정에 똑같은 저장소가 생깁니다.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80960" y="192024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🍴 포크(Fork)란?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955280" y="283464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남이 만든 코드를 내 계정으로 통째로 복사하는 것입니다.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원본은 그대로 두고, 복사본을 내 마음대로 고칠 수 있습니다.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 선생님께 영향을 주지 않으니 안심하세요.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B-2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Firebase 프로젝트 만들기 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10607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286000"/>
            <a:ext cx="594360" cy="594360"/>
          </a:xfrm>
          <a:prstGeom prst="ellipse">
            <a:avLst/>
          </a:prstGeom>
          <a:solidFill>
            <a:srgbClr val="F6B73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217627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 추가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2606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console.firebase.google.com → [프로젝트 추가] → 이름 입력 (예: mingook-dream)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337560"/>
            <a:ext cx="10607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3611880"/>
            <a:ext cx="594360" cy="594360"/>
          </a:xfrm>
          <a:prstGeom prst="ellipse">
            <a:avLst/>
          </a:prstGeom>
          <a:solidFill>
            <a:srgbClr val="F6B73C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350215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Realtime Database 만들기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빌드 → Realtime Database → 위치는 asia-southeast1(싱가포르) → 테스트 모드로 시작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663440"/>
            <a:ext cx="10607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937760"/>
            <a:ext cx="594360" cy="594360"/>
          </a:xfrm>
          <a:prstGeom prst="ellipse">
            <a:avLst/>
          </a:prstGeom>
          <a:solidFill>
            <a:srgbClr val="F6B73C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937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482803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Authentication 켜기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5257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빌드 → Authentication → 시작하기 → Sign-in method에서 두 가지 사용 설정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5989320"/>
            <a:ext cx="106070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989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✅ 켜야 할 로그인 방식 두 가지: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이메일/비밀번호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+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익명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B-2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Firebase 프로젝트 만들기 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1663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👩‍🏫  교사 계정 추가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78892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Authentication → Users → [사용자 추가]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이메일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teacher@mingook.app
(원하는 이메일도 가능)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비밀번호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6자리 이상으로 자유롭게
</a:t>
            </a:r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교사 모드에 들어갈 때 쓰는 암호입니다.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🌐  웹 앱 등록 (값 복사)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78892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 설정(톱니바퀴) → 일반 →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앱 → 웹 아이콘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클릭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등록하면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firebaseConfig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값이 나옵니다.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apiKey, authDomain, databaseURL …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값들을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메모장에 복사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 두세요.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(다음 단계 클라우드플레어에 입력)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B-3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Cloudflare Pages 연결하기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65836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240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Create application → Pages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606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dash.cloudflare.com → Workers &amp; Pages → 우측 상단 [Create application]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3154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"Get started"(Pages)로 진입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5204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아래 'Looking to deploy Pages? Get started' 클릭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97280" y="41148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4069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 저장소 연결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4434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Import an existing Git repository → 포크한 저장소 선택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97280" y="5029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4983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빌드 설정 입력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5349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아래 명령어와 출력 폴더를 그대로 입력합니다.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80960" y="192024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⚙️ 빌드 설정값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95528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B7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빌드 명령어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310896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12183D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31546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app &amp;&amp; npm install &amp;&amp; npm run build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B7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빌드 출력 디렉터리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0" y="443484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2183D"/>
          </a:solidFill>
          <a:ln/>
        </p:spPr>
      </p:sp>
      <p:sp>
        <p:nvSpPr>
          <p:cNvPr id="29" name="Text 27"/>
          <p:cNvSpPr/>
          <p:nvPr/>
        </p:nvSpPr>
        <p:spPr>
          <a:xfrm>
            <a:off x="8092440" y="4434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app/dist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55280" y="5074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⚠️ Pages로 만들어야 합니다.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Workers로 만들면 하얀 화면만 나와요.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B-3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환경 변수(Firebase 값) 입력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Cloudflare 빌드 설정 아래 'Environment variables(환경 변수)'에 아래 값을 하나씩 추가합니다.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33832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3591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VITE_FIREBASE_API_KEY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41832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Firebase apiKey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3591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VITE_FIREBASE_AUTH_DOMAIN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53712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Firebase authDomain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0" y="2240280"/>
            <a:ext cx="33832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23591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VITE_FIREBASE_DATABASE_URL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65592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Firebase databaseURL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383280"/>
            <a:ext cx="33832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5021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VITE_FIREBASE_PROJECT_ID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41832" y="3913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Firebase projectId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3383280"/>
            <a:ext cx="33832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35021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VITE_FIREBASE_STORAGE_BUCKET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53712" y="3913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Firebase storageBucket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01000" y="3383280"/>
            <a:ext cx="33832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5592" y="35021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VITE_FIREBASE_MESSAGING_SENDER_ID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65592" y="3913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Firebase messagingSenderId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4526280"/>
            <a:ext cx="33832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451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VITE_FIREBASE_APP_ID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41832" y="5056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Firebase appId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0" y="4526280"/>
            <a:ext cx="33832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46451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VITE_TEACHER_EMAIL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53712" y="5056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교사 계정 이메일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01000" y="4526280"/>
            <a:ext cx="33832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46451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VITE_TEACHER_PASSCODE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65592" y="5056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교사 모드 비밀번호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7240" y="6035040"/>
            <a:ext cx="10607040" cy="502920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6035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입력을 마치면 [Save and Deploy] 클릭 → 몇 분 뒤 내 주소(○○○.pages.dev)가 만들어집니다!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B-4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Firebase 보안 규칙 설정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94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필요한가요?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보안 규칙이 없으면 누구나 우리 반 데이터를 읽고 고칠 수 있습니다.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규칙을 넣으면: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로그인한 사람만 접근
• 교사 기능은 내 계정만 가능
• 한 번 한 투표는 못 바꿈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제공되는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firebase-rules-sample.json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을 사용하세요.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37960" y="1920240"/>
            <a:ext cx="484632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21945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순서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0" y="27889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52360" y="27706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Firebase → Realtime Database → 규칙 탭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353872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52360" y="35204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샘플 규칙 내용을 붙여넣기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0" y="4288536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52360" y="42702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'YOUR_TEACHER_UID' 를 내 교사 UID로 교체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503834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5038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52360" y="502005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[게시] 버튼 클릭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12280" y="5806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UID는 Authentication → Users에서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교사 계정 옆에 있는 긴 문자열입니다.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C · 직접 발전시키기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코딩 도구로 기능 키우기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이제 코드를 내 컴퓨터로 가져와, AI에게 말로 부탁하며 앱을 발전시킵니다.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2D3A7A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301752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30175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30" dirty="0">
                <a:solidFill>
                  <a:srgbClr val="000000"/>
                </a:solidFill>
              </a:rPr>
              <a:t>⬇️</a:t>
            </a:r>
            <a:endParaRPr lang="en-US" sz="2730" dirty="0"/>
          </a:p>
        </p:txBody>
      </p:sp>
      <p:sp>
        <p:nvSpPr>
          <p:cNvPr id="9" name="Shape 7"/>
          <p:cNvSpPr/>
          <p:nvPr/>
        </p:nvSpPr>
        <p:spPr>
          <a:xfrm>
            <a:off x="1051560" y="3063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4160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컴퓨터에 내려받기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46634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Git으로 포크한 코드를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컴퓨터에 복사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7432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2D3A7A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0" y="301752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30175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30" dirty="0">
                <a:solidFill>
                  <a:srgbClr val="000000"/>
                </a:solidFill>
              </a:rPr>
              <a:t>🤖</a:t>
            </a:r>
            <a:endParaRPr lang="en-US" sz="273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4160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코딩 도구 열기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54880" y="46634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 Code 또는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안티그래비티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83880" y="27432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2D3A7A"/>
          </a:solidFill>
          <a:ln/>
        </p:spPr>
      </p:sp>
      <p:sp>
        <p:nvSpPr>
          <p:cNvPr id="21" name="Shape 19"/>
          <p:cNvSpPr/>
          <p:nvPr/>
        </p:nvSpPr>
        <p:spPr>
          <a:xfrm>
            <a:off x="9418320" y="301752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30175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30" dirty="0">
                <a:solidFill>
                  <a:srgbClr val="000000"/>
                </a:solidFill>
              </a:rPr>
              <a:t>🔄</a:t>
            </a:r>
            <a:endParaRPr lang="en-US" sz="2730" dirty="0"/>
          </a:p>
        </p:txBody>
      </p:sp>
      <p:sp>
        <p:nvSpPr>
          <p:cNvPr id="23" name="Shape 21"/>
          <p:cNvSpPr/>
          <p:nvPr/>
        </p:nvSpPr>
        <p:spPr>
          <a:xfrm>
            <a:off x="8458200" y="3063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58200" y="4160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고치고 → 올리기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58200" y="46634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AI에게 부탁 → 저장 →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GitHub에 올리면 자동 배포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C-1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컴퓨터에 코드 내려받기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65836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240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 프로그램 설치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606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git-scm.com 에서 내려받아 설치 (한 번만).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3154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Desktop 추천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5204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터미널이 어렵다면 desktop.github.com 설치를 권장.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4069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포크 저장소 선택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4434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Desktop → File → Clone repository → 내 저장소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5029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4983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Clone(복제) 완료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5349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컴퓨터 폴더에 코드 전체가 복사됩니다.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80960" y="192024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📂 Clone(클론)이란?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55280" y="278892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GitHub에 있는 코드를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컴퓨터로 똑같이 복사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하는 것입니다.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이제 내 컴퓨터에서 코드를 고칠 수 있게 됩니다.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고친 뒤 다시 GitHub에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올리기(Push)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하면 Cloudflare가 자동으로 사이트를 새로 만듭니다.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C-2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코딩 도구 고르기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5166360" cy="10972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2402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🤖</a:t>
            </a:r>
            <a:endParaRPr lang="en-US" sz="2340" dirty="0"/>
          </a:p>
        </p:txBody>
      </p:sp>
      <p:sp>
        <p:nvSpPr>
          <p:cNvPr id="9" name="Text 7"/>
          <p:cNvSpPr/>
          <p:nvPr/>
        </p:nvSpPr>
        <p:spPr>
          <a:xfrm>
            <a:off x="201168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116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터미널/IDE에서 쓰는 코딩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24612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앱이 만들어진 도구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말로 부탁하면 코드를 고쳐줌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빌드·배포까지 함께 진행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프로젝트 안내문(CLAUDE.md)을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자동으로 읽어 맥락 이해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구독 또는 사용량 결제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920240"/>
            <a:ext cx="5120640" cy="1097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22402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5F7FC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🪐</a:t>
            </a:r>
            <a:endParaRPr lang="en-US" sz="2340" dirty="0"/>
          </a:p>
        </p:txBody>
      </p:sp>
      <p:sp>
        <p:nvSpPr>
          <p:cNvPr id="16" name="Text 14"/>
          <p:cNvSpPr/>
          <p:nvPr/>
        </p:nvSpPr>
        <p:spPr>
          <a:xfrm>
            <a:off x="7498080" y="2331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안티그래비티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구글의 AI 코딩 작업공간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246120"/>
            <a:ext cx="4617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화면(에디터) 안에서 작업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폴더를 열고 AI와 대화하며 수정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코드 미리보기가 직관적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초보자에게 화면이 친절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구글 계정으로 접근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무료 사용 범위 제공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C-2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안티그래비티로 시작하기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65836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212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1671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안티그래비티 설치·실행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783080" y="25054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구글 안티그래비티를 내려받아 구글 계정으로 로그인.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9626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962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29169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프로젝트 폴더 열기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783080" y="32552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Clone해 둔 mingook-dream 폴더를 [Open]으로 엽니다.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37124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12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83080" y="366674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AI에게 한국어로 부탁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783080" y="40050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예: "투표 화면 글씨를 더 크게 바꿔줘"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4462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83080" y="44165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 확인 → 저장(커밋)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78308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고친 내용을 확인하고 저장합니다.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5212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83080" y="5166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GitHub에 올리기(Push)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783080" y="55046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Push하면 Cloudflare가 자동으로 새로 배포합니다.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80960" y="192024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💬 이렇게 부탁하세요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55280" y="2834640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2D3A7A"/>
          </a:solidFill>
          <a:ln/>
        </p:spPr>
      </p:sp>
      <p:sp>
        <p:nvSpPr>
          <p:cNvPr id="29" name="Text 27"/>
          <p:cNvSpPr/>
          <p:nvPr/>
        </p:nvSpPr>
        <p:spPr>
          <a:xfrm>
            <a:off x="8092440" y="2834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"포스터 카드 색을 초록으로 바꿔줘"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55280" y="3794760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2D3A7A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3794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"학생 입장 화면에 안내문을 추가해줘"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55280" y="4754880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2D3A7A"/>
          </a:solidFill>
          <a:ln/>
        </p:spPr>
      </p:sp>
      <p:sp>
        <p:nvSpPr>
          <p:cNvPr id="33" name="Text 31"/>
          <p:cNvSpPr/>
          <p:nvPr/>
        </p:nvSpPr>
        <p:spPr>
          <a:xfrm>
            <a:off x="8092440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"이 버튼을 눌러도 안 되는데 고쳐줘"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955280" y="5760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어려운 명령어 대신, 친구에게 말하듯 부탁하면 됩니다.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THE 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앞으로 반복할 작업 흐름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D3A7A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74320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7432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30" dirty="0">
                <a:solidFill>
                  <a:srgbClr val="000000"/>
                </a:solidFill>
              </a:rPr>
              <a:t>💬</a:t>
            </a:r>
            <a:endParaRPr lang="en-US" sz="273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AI에게 부탁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바꾸고 싶은 내용을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한국어로 말하기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46120" y="32918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657600" y="246888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D3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274320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7432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30" dirty="0">
                <a:solidFill>
                  <a:srgbClr val="000000"/>
                </a:solidFill>
              </a:rPr>
              <a:t>👀</a:t>
            </a:r>
            <a:endParaRPr lang="en-US" sz="2730" dirty="0"/>
          </a:p>
        </p:txBody>
      </p:sp>
      <p:sp>
        <p:nvSpPr>
          <p:cNvPr id="14" name="Text 12"/>
          <p:cNvSpPr/>
          <p:nvPr/>
        </p:nvSpPr>
        <p:spPr>
          <a:xfrm>
            <a:off x="3794760" y="38404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4297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바뀐 화면을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미리 살펴보기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26480" y="32918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537960" y="246888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D3A7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274320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27432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30" dirty="0">
                <a:solidFill>
                  <a:srgbClr val="000000"/>
                </a:solidFill>
              </a:rPr>
              <a:t>⬆️</a:t>
            </a:r>
            <a:endParaRPr lang="en-US" sz="2730" dirty="0"/>
          </a:p>
        </p:txBody>
      </p:sp>
      <p:sp>
        <p:nvSpPr>
          <p:cNvPr id="20" name="Text 18"/>
          <p:cNvSpPr/>
          <p:nvPr/>
        </p:nvSpPr>
        <p:spPr>
          <a:xfrm>
            <a:off x="6675120" y="38404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올리기(Push)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4297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GitHub에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 내용 전송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06840" y="32918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418320" y="246888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D3A7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95560" y="274320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10195560" y="27432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30" dirty="0">
                <a:solidFill>
                  <a:srgbClr val="000000"/>
                </a:solidFill>
              </a:rPr>
              <a:t>☁️</a:t>
            </a:r>
            <a:endParaRPr lang="en-US" sz="2730" dirty="0"/>
          </a:p>
        </p:txBody>
      </p:sp>
      <p:sp>
        <p:nvSpPr>
          <p:cNvPr id="26" name="Text 24"/>
          <p:cNvSpPr/>
          <p:nvPr/>
        </p:nvSpPr>
        <p:spPr>
          <a:xfrm>
            <a:off x="9555480" y="38404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배포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55480" y="4297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Cloudflare가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사이트 자동 갱신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7240" y="5532120"/>
            <a:ext cx="10607040" cy="82296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532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네 단계를 반복하면, 우리 반에 꼭 맞는 앱으로 조금씩 자라납니다. 🌱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TROUBLESHOOTING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자주 막히는 곳 &amp; 해결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0665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하얀 화면만 나와요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환경 변수(Firebase 값)를 안 넣었거나, Workers로 만든 경우. Pages로 다시 만들고 변수 확인.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0" y="20665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교사 비밀번호가 안 돼요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49440" y="24231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Firebase 교사 계정 비번과 VITE_TEACHER_PASSCODE 값이 같은지 확인.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4381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빌드 실패(build failed)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63040" y="37947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빌드 명령어/출력 폴더(app/dist) 오타 확인. Cloudflare PR이 있으면 먼저 Merge.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29184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49440" y="34381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학생이 안 들어와져요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49440" y="37947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Firebase 익명 로그인 사용 설정 + 보안 규칙 게시 여부 확인.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466344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828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48097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키가 노출되는데 괜찮나요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63040" y="51663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프론트엔드 특성상 보임. 보안 규칙으로 막으므로 안전. 예산 한도도 설정 권장.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66344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B2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4828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49440" y="48097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올리기(Push)가 안 돼요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49440" y="51663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Desktop으로 로그인 후 Push, 또는 토큰 인증 사용.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D3A7A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2D3A7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972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🌱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천천히, 한 걸음씩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코딩을 몰라도 괜찮습니다.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6B7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AI에게 한국어로 부탁하는 것만으로</a:t>
            </a:r>
            <a:pPr indent="0" marL="0">
              <a:lnSpc>
                <a:spcPct val="130000"/>
              </a:lnSpc>
              <a:buNone/>
            </a:pP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반에 꼭 맞는 수업 도구를 만들어갈 수 있습니다.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4846320"/>
            <a:ext cx="4937760" cy="868680"/>
          </a:xfrm>
          <a:prstGeom prst="roundRect">
            <a:avLst>
              <a:gd name="adj" fmla="val 12632"/>
            </a:avLst>
          </a:prstGeom>
          <a:solidFill>
            <a:srgbClr val="2D3A7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937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라이브 데모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mingook-dream.pages.dev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484632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4937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📘 함께 제공되는 자세한 설명서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민국이의_꿈_배포가이드.docx 참고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CC BY-NC-SA 4.0  ·  자유롭게 쓰고 고치되, 상업적 이용은 제외합니다.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2026-06-06T05:46:23Z</dcterms:created>
  <dcterms:modified xsi:type="dcterms:W3CDTF">2026-06-06T05:46:23Z</dcterms:modified>
</cp:coreProperties>
</file>